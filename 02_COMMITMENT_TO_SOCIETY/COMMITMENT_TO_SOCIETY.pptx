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COOLPROP | Category: CHEMICAL_PRODUCTION</a:t>
            </a:r>
          </a:p>
          <a:p>
            <a:r>
              <a:rPr sz="1400"/>
              <a:t>Upstream: https://github.com/CoolProp/CoolProp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society for the Anticloud integration of COOLPROP.</a:t>
            </a:r>
          </a:p>
          <a:p>
            <a:r>
              <a:rPr sz="1400"/>
              <a:t>Thermophysical properties of fluids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COOLPROP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